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Offline RL for Glucose Control — Spring 2026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CADCFC"/>
                </a:solidFill>
                <a:latin typeface="Calibri"/>
              </a:rPr>
              <a:t>Hanzhang Yuan  ·  Group Meeting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109441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91440" cy="86868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26187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Background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Baseline: Emerson et al. 2022 — offline RL (TD3-BC) for blood glucose control,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formulated as a fully discrete-time MDP with 3-minute CGM steps.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40280"/>
            <a:ext cx="121916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This semester — extending the discrete baseline to a continuous-time formulation:</a:t>
            </a:r>
          </a:p>
        </p:txBody>
      </p:sp>
      <p:sp>
        <p:nvSpPr>
          <p:cNvPr id="11" name="Oval 10"/>
          <p:cNvSpPr/>
          <p:nvPr/>
        </p:nvSpPr>
        <p:spPr>
          <a:xfrm>
            <a:off x="667512" y="2770632"/>
            <a:ext cx="585216" cy="58521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788920"/>
            <a:ext cx="44042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Continuous-time critic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74720"/>
            <a:ext cx="5410047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Reformulated the value function from discrete Bellman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to its continuous-time counterpart suggested by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Prof. Zhu's PhiBE-Q work.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343400"/>
            <a:ext cx="5410047" cy="7315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434840"/>
            <a:ext cx="50442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1E2761"/>
                </a:solidFill>
                <a:latin typeface="Calibri"/>
              </a:rPr>
              <a:t>Continuous-time Bellman equation: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09160"/>
            <a:ext cx="504428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onsolas"/>
              </a:rPr>
              <a:t>Q(s,a) = r·Δt + e^(-β·Δt)·E[ Q(s',a') | s,a ]</a:t>
            </a:r>
          </a:p>
        </p:txBody>
      </p:sp>
      <p:sp>
        <p:nvSpPr>
          <p:cNvPr id="17" name="Oval 16"/>
          <p:cNvSpPr/>
          <p:nvPr/>
        </p:nvSpPr>
        <p:spPr>
          <a:xfrm>
            <a:off x="6351879" y="2770632"/>
            <a:ext cx="585216" cy="58521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93127" y="2788920"/>
            <a:ext cx="44042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Taylor expansion as critic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3007" y="3474720"/>
            <a:ext cx="5410047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Approximated the expectation via Taylor expansion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and used it directly as the TD3-BC critic target.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3007" y="4343400"/>
            <a:ext cx="5410047" cy="7315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5887" y="4416552"/>
            <a:ext cx="50442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1E2761"/>
                </a:solidFill>
                <a:latin typeface="Calibri"/>
              </a:rPr>
              <a:t>New critic target  (after Taylor expansion):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5887" y="4709160"/>
            <a:ext cx="504428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E2761"/>
                </a:solidFill>
                <a:latin typeface="Consolas"/>
              </a:rPr>
              <a:t>target = r + e^(-β·Δt)·[ Q + Δs·∇_sQ + Δa·∇_aQ + ½Δsᵀ∇²_sQ Δs + … 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870448"/>
            <a:ext cx="1118585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4A017"/>
                </a:solidFill>
                <a:latin typeface="Calibri"/>
              </a:rPr>
              <a:t>What this enables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217920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Unlike the discrete baseline (locked to its 3-minute sampling),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the continuous-time formulation lets us evaluate the same model on different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time ranges — e.g. 1-minute vs 3-minute steps — without retraining.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