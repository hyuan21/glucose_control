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Offline RL for Glucose Control — Spring 2026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Hanzhang Yuan  ·  Group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94415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91440" cy="109728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4416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Baseline: Emerson et al. 2022 — offline RL (TD3-BC) for blood glucose control.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Their formulation is fully discrete-time (3-minute CGM samples treated as MDP steps).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This semester — extending the discrete baseline to a continuous-time formulation: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657600"/>
            <a:ext cx="9997135" cy="36576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" y="3383280"/>
            <a:ext cx="585216" cy="58521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351525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Continuous-time critic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351525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Reformulated the value function from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discrete Bellman to its continuous-time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counterpart suggested by Prof. Zhu's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PhiBE-Q work.</a:t>
            </a:r>
          </a:p>
        </p:txBody>
      </p:sp>
      <p:sp>
        <p:nvSpPr>
          <p:cNvPr id="15" name="Oval 14"/>
          <p:cNvSpPr/>
          <p:nvPr/>
        </p:nvSpPr>
        <p:spPr>
          <a:xfrm>
            <a:off x="4365650" y="3383280"/>
            <a:ext cx="585216" cy="58521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6778" y="4114800"/>
            <a:ext cx="351525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Taylor expansion approximation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6778" y="4434840"/>
            <a:ext cx="351525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Approximated the new expectation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via a 2nd-order Taylor expansion and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used it directly as the TD3-BC critic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target ("Path B").</a:t>
            </a:r>
          </a:p>
        </p:txBody>
      </p:sp>
      <p:sp>
        <p:nvSpPr>
          <p:cNvPr id="18" name="Oval 17"/>
          <p:cNvSpPr/>
          <p:nvPr/>
        </p:nvSpPr>
        <p:spPr>
          <a:xfrm>
            <a:off x="8063788" y="3383280"/>
            <a:ext cx="585216" cy="58521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4916" y="4114800"/>
            <a:ext cx="351525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Stability + Q-function 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44916" y="4434840"/>
            <a:ext cx="351525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Studied how the resulting algorithm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behaves under DNN vs linear-basis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function approximation — the open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problem from Prof. Zhu's paper §3.3.2.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870448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  <a:latin typeface="Calibri"/>
              </a:rPr>
              <a:t>Current status &amp; what's 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21792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Continuous-time formulation is implemented and runs stably. The exploration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produced several interesting observations on stability, function-class choice,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and reward scaling — meeting with Prof. Zhu this week to discuss direction.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